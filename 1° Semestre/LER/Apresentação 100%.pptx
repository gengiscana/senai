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AN Astoria" charset="1" panose="00000000000000000000"/>
      <p:regular r:id="rId15"/>
    </p:embeddedFont>
    <p:embeddedFont>
      <p:font typeface="Noto Serif Display ExtraCondensed" charset="1" panose="02020506080505020204"/>
      <p:regular r:id="rId16"/>
    </p:embeddedFont>
    <p:embeddedFont>
      <p:font typeface="Prachason Neue Expanded Bold" charset="1" panose="00000000000000000000"/>
      <p:regular r:id="rId17"/>
    </p:embeddedFont>
    <p:embeddedFont>
      <p:font typeface="Montserrat" charset="1" panose="00000500000000000000"/>
      <p:regular r:id="rId18"/>
    </p:embeddedFont>
    <p:embeddedFont>
      <p:font typeface="Noto Serif ExtraCondensed" charset="1" panose="02020502060505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4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4759" y="5370706"/>
            <a:ext cx="10919496" cy="10919496"/>
          </a:xfrm>
          <a:custGeom>
            <a:avLst/>
            <a:gdLst/>
            <a:ahLst/>
            <a:cxnLst/>
            <a:rect r="r" b="b" t="t" l="l"/>
            <a:pathLst>
              <a:path h="10919496" w="10919496">
                <a:moveTo>
                  <a:pt x="0" y="0"/>
                </a:moveTo>
                <a:lnTo>
                  <a:pt x="10919496" y="0"/>
                </a:lnTo>
                <a:lnTo>
                  <a:pt x="10919496" y="10919496"/>
                </a:lnTo>
                <a:lnTo>
                  <a:pt x="0" y="10919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4412" y="-4114800"/>
            <a:ext cx="10846260" cy="8229600"/>
          </a:xfrm>
          <a:custGeom>
            <a:avLst/>
            <a:gdLst/>
            <a:ahLst/>
            <a:cxnLst/>
            <a:rect r="r" b="b" t="t" l="l"/>
            <a:pathLst>
              <a:path h="8229600" w="10846260">
                <a:moveTo>
                  <a:pt x="0" y="0"/>
                </a:moveTo>
                <a:lnTo>
                  <a:pt x="10846260" y="0"/>
                </a:lnTo>
                <a:lnTo>
                  <a:pt x="10846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26260">
            <a:off x="8160062" y="6263323"/>
            <a:ext cx="9500260" cy="8229600"/>
          </a:xfrm>
          <a:custGeom>
            <a:avLst/>
            <a:gdLst/>
            <a:ahLst/>
            <a:cxnLst/>
            <a:rect r="r" b="b" t="t" l="l"/>
            <a:pathLst>
              <a:path h="8229600" w="950026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8923" y="-467653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73006" y="3401882"/>
            <a:ext cx="8741989" cy="3483237"/>
            <a:chOff x="0" y="0"/>
            <a:chExt cx="610717" cy="2433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717" cy="243339"/>
            </a:xfrm>
            <a:custGeom>
              <a:avLst/>
              <a:gdLst/>
              <a:ahLst/>
              <a:cxnLst/>
              <a:rect r="r" b="b" t="t" l="l"/>
              <a:pathLst>
                <a:path h="243339" w="610717">
                  <a:moveTo>
                    <a:pt x="305358" y="0"/>
                  </a:moveTo>
                  <a:cubicBezTo>
                    <a:pt x="136714" y="0"/>
                    <a:pt x="0" y="54473"/>
                    <a:pt x="0" y="121670"/>
                  </a:cubicBezTo>
                  <a:cubicBezTo>
                    <a:pt x="0" y="188866"/>
                    <a:pt x="136714" y="243339"/>
                    <a:pt x="305358" y="243339"/>
                  </a:cubicBezTo>
                  <a:cubicBezTo>
                    <a:pt x="474003" y="243339"/>
                    <a:pt x="610717" y="188866"/>
                    <a:pt x="610717" y="121670"/>
                  </a:cubicBezTo>
                  <a:cubicBezTo>
                    <a:pt x="610717" y="54473"/>
                    <a:pt x="474003" y="0"/>
                    <a:pt x="305358" y="0"/>
                  </a:cubicBezTo>
                  <a:close/>
                </a:path>
              </a:pathLst>
            </a:custGeom>
            <a:ln w="19050" cap="sq">
              <a:solidFill>
                <a:srgbClr val="FFD2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57255" y="-15287"/>
              <a:ext cx="496207" cy="235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040450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03815" y="4591919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S.I.N.A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82438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37937" y="3118083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7"/>
                </a:lnTo>
                <a:lnTo>
                  <a:pt x="0" y="1013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98620" y="6021091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7" y="0"/>
                </a:lnTo>
                <a:lnTo>
                  <a:pt x="1013927" y="1013927"/>
                </a:lnTo>
                <a:lnTo>
                  <a:pt x="0" y="10139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298984" y="290980"/>
            <a:ext cx="2693098" cy="2500117"/>
            <a:chOff x="0" y="0"/>
            <a:chExt cx="3590798" cy="333349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755" t="-8095" r="-755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1769" t="-27252" r="-27677" b="-25109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42566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164304" y="2556338"/>
            <a:ext cx="7959393" cy="129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7"/>
              </a:lnSpc>
              <a:spcBef>
                <a:spcPct val="0"/>
              </a:spcBef>
            </a:pPr>
            <a:r>
              <a:rPr lang="en-US" sz="3900">
                <a:solidFill>
                  <a:srgbClr val="FFD21F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Sistema Integrado de Aprendizagem Ativa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2374" y="-472445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78698" y="-6420763"/>
            <a:ext cx="12693341" cy="13630434"/>
          </a:xfrm>
          <a:custGeom>
            <a:avLst/>
            <a:gdLst/>
            <a:ahLst/>
            <a:cxnLst/>
            <a:rect r="r" b="b" t="t" l="l"/>
            <a:pathLst>
              <a:path h="13630434" w="12693341">
                <a:moveTo>
                  <a:pt x="0" y="0"/>
                </a:moveTo>
                <a:lnTo>
                  <a:pt x="12693341" y="0"/>
                </a:lnTo>
                <a:lnTo>
                  <a:pt x="12693341" y="13630433"/>
                </a:lnTo>
                <a:lnTo>
                  <a:pt x="0" y="1363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32768" y="748613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9332" y="5795306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594902" y="7486132"/>
            <a:ext cx="2693098" cy="2500117"/>
            <a:chOff x="0" y="0"/>
            <a:chExt cx="3590798" cy="333349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769" t="-27252" r="-27677" b="-25109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2566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004897" y="666750"/>
            <a:ext cx="9242893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O QUE É?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4897" y="2073783"/>
            <a:ext cx="6948700" cy="294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 Sistema composto por uma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câmera com scanner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sobre um tripé e conectado a um Site que utiliz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um sistem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pareci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do P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ckers (Esca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ões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 QR codes p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respostas de 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alun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40058" y="102870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401554">
            <a:off x="14544048" y="-2515378"/>
            <a:ext cx="8376183" cy="8229600"/>
          </a:xfrm>
          <a:custGeom>
            <a:avLst/>
            <a:gdLst/>
            <a:ahLst/>
            <a:cxnLst/>
            <a:rect r="r" b="b" t="t" l="l"/>
            <a:pathLst>
              <a:path h="8229600" w="8376183">
                <a:moveTo>
                  <a:pt x="8376183" y="0"/>
                </a:moveTo>
                <a:lnTo>
                  <a:pt x="0" y="0"/>
                </a:lnTo>
                <a:lnTo>
                  <a:pt x="0" y="8229600"/>
                </a:lnTo>
                <a:lnTo>
                  <a:pt x="8376183" y="8229600"/>
                </a:lnTo>
                <a:lnTo>
                  <a:pt x="837618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7015" y="53075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62330">
            <a:off x="-1327203" y="3978473"/>
            <a:ext cx="7694676" cy="8229600"/>
          </a:xfrm>
          <a:custGeom>
            <a:avLst/>
            <a:gdLst/>
            <a:ahLst/>
            <a:cxnLst/>
            <a:rect r="r" b="b" t="t" l="l"/>
            <a:pathLst>
              <a:path h="8229600" w="7694676">
                <a:moveTo>
                  <a:pt x="0" y="0"/>
                </a:moveTo>
                <a:lnTo>
                  <a:pt x="7694676" y="0"/>
                </a:lnTo>
                <a:lnTo>
                  <a:pt x="7694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4426" y="349363"/>
            <a:ext cx="2693098" cy="2500117"/>
            <a:chOff x="0" y="0"/>
            <a:chExt cx="3590798" cy="333349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769" t="-27252" r="-27677" b="-25109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2566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4426593" y="6779808"/>
            <a:ext cx="2626930" cy="2626930"/>
          </a:xfrm>
          <a:custGeom>
            <a:avLst/>
            <a:gdLst/>
            <a:ahLst/>
            <a:cxnLst/>
            <a:rect r="r" b="b" t="t" l="l"/>
            <a:pathLst>
              <a:path h="2626930" w="2626930">
                <a:moveTo>
                  <a:pt x="0" y="0"/>
                </a:moveTo>
                <a:lnTo>
                  <a:pt x="2626930" y="0"/>
                </a:lnTo>
                <a:lnTo>
                  <a:pt x="2626930" y="2626931"/>
                </a:lnTo>
                <a:lnTo>
                  <a:pt x="0" y="2626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54059" y="3992843"/>
            <a:ext cx="8779883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câmera seria posicionada a frente da sala sobre o T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ipé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voltada para os alunos.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Seriam fabricados por fabricação digital (Maker) os cartões em MDF com marcadores visuais. Cada orientação do cartão representa uma alternativa: A, B, C ou D.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Sistema, posicionado à frente da sala, utiliza o scan com Open CV para escanear todos os cartões de uma única vez, caso algum cartão se encontre em um ponto cego, a câmera pode ser movida sobre o tripé.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630234" y="2487531"/>
            <a:ext cx="4372145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47015" y="-399165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74308">
            <a:off x="-4190580" y="-2320419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60" y="0"/>
                </a:lnTo>
                <a:lnTo>
                  <a:pt x="8381160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8859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96415" y="6298888"/>
            <a:ext cx="9500260" cy="8229600"/>
          </a:xfrm>
          <a:custGeom>
            <a:avLst/>
            <a:gdLst/>
            <a:ahLst/>
            <a:cxnLst/>
            <a:rect r="r" b="b" t="t" l="l"/>
            <a:pathLst>
              <a:path h="8229600" w="950026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7203" y="5802955"/>
            <a:ext cx="6612841" cy="4405806"/>
          </a:xfrm>
          <a:custGeom>
            <a:avLst/>
            <a:gdLst/>
            <a:ahLst/>
            <a:cxnLst/>
            <a:rect r="r" b="b" t="t" l="l"/>
            <a:pathLst>
              <a:path h="4405806" w="6612841">
                <a:moveTo>
                  <a:pt x="0" y="0"/>
                </a:moveTo>
                <a:lnTo>
                  <a:pt x="6612842" y="0"/>
                </a:lnTo>
                <a:lnTo>
                  <a:pt x="6612842" y="4405806"/>
                </a:lnTo>
                <a:lnTo>
                  <a:pt x="0" y="4405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64453" y="-530777"/>
            <a:ext cx="5420620" cy="5420620"/>
          </a:xfrm>
          <a:custGeom>
            <a:avLst/>
            <a:gdLst/>
            <a:ahLst/>
            <a:cxnLst/>
            <a:rect r="r" b="b" t="t" l="l"/>
            <a:pathLst>
              <a:path h="5420620" w="5420620">
                <a:moveTo>
                  <a:pt x="0" y="0"/>
                </a:moveTo>
                <a:lnTo>
                  <a:pt x="5420620" y="0"/>
                </a:lnTo>
                <a:lnTo>
                  <a:pt x="5420620" y="5420620"/>
                </a:lnTo>
                <a:lnTo>
                  <a:pt x="0" y="542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1609" y="2492827"/>
            <a:ext cx="6640906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COMO²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4059" y="3909385"/>
            <a:ext cx="8779883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Ao realizar o scan, o sistema processa os dados e busca as questões diretamente em um servidor local como um Raspbarry Pi que pertence a rede SESI.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Ao final, o professor recebe um relatório de desempenho no site. É uma solução que valoriza o ecossistema do Sesi não dependendo de meios externos, trazendo autonomia tecnológica para a rede e transforma a experiência de aprendizagem em algo coletivo.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1169" y="-12693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82028">
            <a:off x="-4776818" y="-9367521"/>
            <a:ext cx="13714032" cy="14726478"/>
          </a:xfrm>
          <a:custGeom>
            <a:avLst/>
            <a:gdLst/>
            <a:ahLst/>
            <a:cxnLst/>
            <a:rect r="r" b="b" t="t" l="l"/>
            <a:pathLst>
              <a:path h="14726478" w="13714032">
                <a:moveTo>
                  <a:pt x="0" y="0"/>
                </a:moveTo>
                <a:lnTo>
                  <a:pt x="13714032" y="0"/>
                </a:lnTo>
                <a:lnTo>
                  <a:pt x="13714032" y="14726478"/>
                </a:lnTo>
                <a:lnTo>
                  <a:pt x="0" y="147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3500" y="-91687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10752" y="2079261"/>
            <a:ext cx="1887090" cy="9445657"/>
            <a:chOff x="0" y="0"/>
            <a:chExt cx="623235" cy="3119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235" cy="3119545"/>
            </a:xfrm>
            <a:custGeom>
              <a:avLst/>
              <a:gdLst/>
              <a:ahLst/>
              <a:cxnLst/>
              <a:rect r="r" b="b" t="t" l="l"/>
              <a:pathLst>
                <a:path h="3119545" w="623235">
                  <a:moveTo>
                    <a:pt x="311617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3119545"/>
                  </a:lnTo>
                  <a:lnTo>
                    <a:pt x="420035" y="3119545"/>
                  </a:lnTo>
                  <a:lnTo>
                    <a:pt x="420035" y="406400"/>
                  </a:lnTo>
                  <a:lnTo>
                    <a:pt x="623235" y="406400"/>
                  </a:lnTo>
                  <a:lnTo>
                    <a:pt x="311617" y="0"/>
                  </a:lnTo>
                  <a:close/>
                </a:path>
              </a:pathLst>
            </a:custGeom>
            <a:solidFill>
              <a:srgbClr val="FFD21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49347" y="1717311"/>
            <a:ext cx="8078208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VANTAGENS E MELHORIAS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37710" y="7024967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3098" y="4529788"/>
            <a:ext cx="10655422" cy="281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Elimina a necessidade de tabl</a:t>
            </a: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ets ou celulares, sem precisar burlar a lei (15.100/2025), fazendo com que os professores possam passar alguns quizzes sobre a matéria de maneira mais fácil, efetiva e bastante chamativa, dependendo do engajamento, pode até ser usado como atividade de recuperação.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7786883"/>
            <a:ext cx="2693098" cy="2500117"/>
            <a:chOff x="0" y="0"/>
            <a:chExt cx="3590798" cy="33334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1169" y="-12693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82028">
            <a:off x="-4776818" y="-9367521"/>
            <a:ext cx="13714032" cy="14726478"/>
          </a:xfrm>
          <a:custGeom>
            <a:avLst/>
            <a:gdLst/>
            <a:ahLst/>
            <a:cxnLst/>
            <a:rect r="r" b="b" t="t" l="l"/>
            <a:pathLst>
              <a:path h="14726478" w="13714032">
                <a:moveTo>
                  <a:pt x="0" y="0"/>
                </a:moveTo>
                <a:lnTo>
                  <a:pt x="13714032" y="0"/>
                </a:lnTo>
                <a:lnTo>
                  <a:pt x="13714032" y="14726478"/>
                </a:lnTo>
                <a:lnTo>
                  <a:pt x="0" y="147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3500" y="-91687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10752" y="2079261"/>
            <a:ext cx="1887090" cy="9445657"/>
            <a:chOff x="0" y="0"/>
            <a:chExt cx="623235" cy="3119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235" cy="3119545"/>
            </a:xfrm>
            <a:custGeom>
              <a:avLst/>
              <a:gdLst/>
              <a:ahLst/>
              <a:cxnLst/>
              <a:rect r="r" b="b" t="t" l="l"/>
              <a:pathLst>
                <a:path h="3119545" w="623235">
                  <a:moveTo>
                    <a:pt x="311617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3119545"/>
                  </a:lnTo>
                  <a:lnTo>
                    <a:pt x="420035" y="3119545"/>
                  </a:lnTo>
                  <a:lnTo>
                    <a:pt x="420035" y="406400"/>
                  </a:lnTo>
                  <a:lnTo>
                    <a:pt x="623235" y="406400"/>
                  </a:lnTo>
                  <a:lnTo>
                    <a:pt x="311617" y="0"/>
                  </a:lnTo>
                  <a:close/>
                </a:path>
              </a:pathLst>
            </a:custGeom>
            <a:solidFill>
              <a:srgbClr val="FFD21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10594" y="1717311"/>
            <a:ext cx="8403891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VANTAGENS E MELHORIAS²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37710" y="7024967"/>
            <a:ext cx="8381159" cy="8999903"/>
          </a:xfrm>
          <a:custGeom>
            <a:avLst/>
            <a:gdLst/>
            <a:ahLst/>
            <a:cxnLst/>
            <a:rect r="r" b="b" t="t" l="l"/>
            <a:pathLst>
              <a:path h="8999903" w="8381159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3098" y="4529788"/>
            <a:ext cx="10655422" cy="327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 a criação de </a:t>
            </a:r>
            <a:r>
              <a:rPr lang="en-US" sz="32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 ciclo de feedback imediato. Para estimular o engajamento, os dados alimentam um Ranking Dinâmico em Power BI que pode ser exibido nas TVs da unidade, incentivando a participação individual e entre turmas.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7786883"/>
            <a:ext cx="2693098" cy="2500117"/>
            <a:chOff x="0" y="0"/>
            <a:chExt cx="3590798" cy="33334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2357" y="2099286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98742" y="1001872"/>
            <a:ext cx="6290516" cy="224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12"/>
              </a:lnSpc>
            </a:pPr>
            <a:r>
              <a:rPr lang="en-US" b="true" sz="11073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SITE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2401554">
            <a:off x="15219974" y="-620515"/>
            <a:ext cx="7355789" cy="7227063"/>
          </a:xfrm>
          <a:custGeom>
            <a:avLst/>
            <a:gdLst/>
            <a:ahLst/>
            <a:cxnLst/>
            <a:rect r="r" b="b" t="t" l="l"/>
            <a:pathLst>
              <a:path h="7227063" w="7355789">
                <a:moveTo>
                  <a:pt x="7355789" y="0"/>
                </a:moveTo>
                <a:lnTo>
                  <a:pt x="0" y="0"/>
                </a:lnTo>
                <a:lnTo>
                  <a:pt x="0" y="7227063"/>
                </a:lnTo>
                <a:lnTo>
                  <a:pt x="7355789" y="7227063"/>
                </a:lnTo>
                <a:lnTo>
                  <a:pt x="735578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62330">
            <a:off x="-1391161" y="6614613"/>
            <a:ext cx="7694676" cy="8229600"/>
          </a:xfrm>
          <a:custGeom>
            <a:avLst/>
            <a:gdLst/>
            <a:ahLst/>
            <a:cxnLst/>
            <a:rect r="r" b="b" t="t" l="l"/>
            <a:pathLst>
              <a:path h="8229600" w="7694676">
                <a:moveTo>
                  <a:pt x="0" y="0"/>
                </a:moveTo>
                <a:lnTo>
                  <a:pt x="7694676" y="0"/>
                </a:lnTo>
                <a:lnTo>
                  <a:pt x="7694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54976" y="-406469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7938" y="3154006"/>
            <a:ext cx="10012124" cy="559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  <a:spcBef>
                <a:spcPct val="0"/>
              </a:spcBef>
            </a:pPr>
            <a:r>
              <a:rPr lang="en-US" sz="318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site possuirá duas possibilidades de login – Professor </a:t>
            </a:r>
            <a:r>
              <a:rPr lang="en-US" sz="318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Aluno, com o proposito de aumentar o engajamento e até entretenimento dos alunos, utilizando de relatórios e gráficos para medir de forma efetiva quais as dificuldades predominantes das salas e alunos, além de ser prático para os professores que muitas vezes possuem pouco tempo na aula para gastar anotando informações de quizzes.</a:t>
            </a:r>
          </a:p>
          <a:p>
            <a:pPr algn="ctr">
              <a:lnSpc>
                <a:spcPts val="445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489" y="427598"/>
            <a:ext cx="3343376" cy="3343376"/>
          </a:xfrm>
          <a:custGeom>
            <a:avLst/>
            <a:gdLst/>
            <a:ahLst/>
            <a:cxnLst/>
            <a:rect r="r" b="b" t="t" l="l"/>
            <a:pathLst>
              <a:path h="3343376" w="3343376">
                <a:moveTo>
                  <a:pt x="0" y="0"/>
                </a:moveTo>
                <a:lnTo>
                  <a:pt x="3343376" y="0"/>
                </a:lnTo>
                <a:lnTo>
                  <a:pt x="3343376" y="3343376"/>
                </a:lnTo>
                <a:lnTo>
                  <a:pt x="0" y="33433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71460" y="5784860"/>
            <a:ext cx="4416415" cy="4416415"/>
          </a:xfrm>
          <a:custGeom>
            <a:avLst/>
            <a:gdLst/>
            <a:ahLst/>
            <a:cxnLst/>
            <a:rect r="r" b="b" t="t" l="l"/>
            <a:pathLst>
              <a:path h="4416415" w="4416415">
                <a:moveTo>
                  <a:pt x="0" y="0"/>
                </a:moveTo>
                <a:lnTo>
                  <a:pt x="4416415" y="0"/>
                </a:lnTo>
                <a:lnTo>
                  <a:pt x="4416415" y="4416415"/>
                </a:lnTo>
                <a:lnTo>
                  <a:pt x="0" y="44164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7180" y="632604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6337" y="3502215"/>
            <a:ext cx="9133815" cy="312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site apresenta as funcionalidades necessárias para cadastro, login, analisar o histórico de questões realizada, correções, criação de questões pelos professores, dentre outras funcionalidades de personalidade.</a:t>
            </a:r>
          </a:p>
          <a:p>
            <a:pPr algn="l">
              <a:lnSpc>
                <a:spcPts val="41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18545" y="399731"/>
            <a:ext cx="8104699" cy="248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6"/>
              </a:lnSpc>
            </a:pPr>
            <a:r>
              <a:rPr lang="en-US" b="true" sz="720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ESTRUTURA DO SITE 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67601">
            <a:off x="-5607138" y="4465641"/>
            <a:ext cx="12131969" cy="9205131"/>
          </a:xfrm>
          <a:custGeom>
            <a:avLst/>
            <a:gdLst/>
            <a:ahLst/>
            <a:cxnLst/>
            <a:rect r="r" b="b" t="t" l="l"/>
            <a:pathLst>
              <a:path h="9205131" w="12131969">
                <a:moveTo>
                  <a:pt x="12131969" y="0"/>
                </a:moveTo>
                <a:lnTo>
                  <a:pt x="0" y="0"/>
                </a:lnTo>
                <a:lnTo>
                  <a:pt x="0" y="9205132"/>
                </a:lnTo>
                <a:lnTo>
                  <a:pt x="12131969" y="9205132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13850" y="-393444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642527" y="209550"/>
            <a:ext cx="2693098" cy="2500117"/>
            <a:chOff x="0" y="0"/>
            <a:chExt cx="3590798" cy="33334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8335" y="9800"/>
              <a:ext cx="3271749" cy="3227171"/>
              <a:chOff x="0" y="0"/>
              <a:chExt cx="853552" cy="8419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53552" cy="841922"/>
              </a:xfrm>
              <a:custGeom>
                <a:avLst/>
                <a:gdLst/>
                <a:ahLst/>
                <a:cxnLst/>
                <a:rect r="r" b="b" t="t" l="l"/>
                <a:pathLst>
                  <a:path h="841922" w="853552">
                    <a:moveTo>
                      <a:pt x="426776" y="0"/>
                    </a:moveTo>
                    <a:cubicBezTo>
                      <a:pt x="191074" y="0"/>
                      <a:pt x="0" y="188471"/>
                      <a:pt x="0" y="420961"/>
                    </a:cubicBezTo>
                    <a:cubicBezTo>
                      <a:pt x="0" y="653451"/>
                      <a:pt x="191074" y="841922"/>
                      <a:pt x="426776" y="841922"/>
                    </a:cubicBezTo>
                    <a:cubicBezTo>
                      <a:pt x="662478" y="841922"/>
                      <a:pt x="853552" y="653451"/>
                      <a:pt x="853552" y="420961"/>
                    </a:cubicBezTo>
                    <a:cubicBezTo>
                      <a:pt x="853552" y="188471"/>
                      <a:pt x="662478" y="0"/>
                      <a:pt x="426776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66675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020" y="12255"/>
                <a:ext cx="693511" cy="750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30836" y="394900"/>
              <a:ext cx="2063286" cy="2456971"/>
            </a:xfrm>
            <a:custGeom>
              <a:avLst/>
              <a:gdLst/>
              <a:ahLst/>
              <a:cxnLst/>
              <a:rect r="r" b="b" t="t" l="l"/>
              <a:pathLst>
                <a:path h="2456971" w="2063286">
                  <a:moveTo>
                    <a:pt x="0" y="0"/>
                  </a:moveTo>
                  <a:lnTo>
                    <a:pt x="2063286" y="0"/>
                  </a:lnTo>
                  <a:lnTo>
                    <a:pt x="2063286" y="2456971"/>
                  </a:lnTo>
                  <a:lnTo>
                    <a:pt x="0" y="24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6441">
              <a:off x="1470710" y="19963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0799999">
              <a:off x="0" y="521545"/>
              <a:ext cx="2093111" cy="2811945"/>
            </a:xfrm>
            <a:custGeom>
              <a:avLst/>
              <a:gdLst/>
              <a:ahLst/>
              <a:cxnLst/>
              <a:rect r="r" b="b" t="t" l="l"/>
              <a:pathLst>
                <a:path h="2811945" w="2093111">
                  <a:moveTo>
                    <a:pt x="0" y="0"/>
                  </a:moveTo>
                  <a:lnTo>
                    <a:pt x="2093111" y="0"/>
                  </a:lnTo>
                  <a:lnTo>
                    <a:pt x="2093111" y="2811945"/>
                  </a:lnTo>
                  <a:lnTo>
                    <a:pt x="0" y="281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10555869">
              <a:off x="217700" y="1623386"/>
              <a:ext cx="1001605" cy="1345584"/>
            </a:xfrm>
            <a:custGeom>
              <a:avLst/>
              <a:gdLst/>
              <a:ahLst/>
              <a:cxnLst/>
              <a:rect r="r" b="b" t="t" l="l"/>
              <a:pathLst>
                <a:path h="1345584" w="1001605">
                  <a:moveTo>
                    <a:pt x="0" y="0"/>
                  </a:moveTo>
                  <a:lnTo>
                    <a:pt x="1001605" y="0"/>
                  </a:lnTo>
                  <a:lnTo>
                    <a:pt x="1001605" y="1345584"/>
                  </a:lnTo>
                  <a:lnTo>
                    <a:pt x="0" y="1345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5" t="-8095" r="-75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352945">
              <a:off x="2312523" y="370549"/>
              <a:ext cx="743357" cy="1043066"/>
            </a:xfrm>
            <a:custGeom>
              <a:avLst/>
              <a:gdLst/>
              <a:ahLst/>
              <a:cxnLst/>
              <a:rect r="r" b="b" t="t" l="l"/>
              <a:pathLst>
                <a:path h="1043066" w="743357">
                  <a:moveTo>
                    <a:pt x="0" y="0"/>
                  </a:moveTo>
                  <a:lnTo>
                    <a:pt x="743357" y="0"/>
                  </a:lnTo>
                  <a:lnTo>
                    <a:pt x="743357" y="1043066"/>
                  </a:lnTo>
                  <a:lnTo>
                    <a:pt x="0" y="104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69" t="-27252" r="-27677" b="-2510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7700" y="1161059"/>
              <a:ext cx="3114987" cy="924653"/>
            </a:xfrm>
            <a:custGeom>
              <a:avLst/>
              <a:gdLst/>
              <a:ahLst/>
              <a:cxnLst/>
              <a:rect r="r" b="b" t="t" l="l"/>
              <a:pathLst>
                <a:path h="924653" w="3114987">
                  <a:moveTo>
                    <a:pt x="0" y="0"/>
                  </a:moveTo>
                  <a:lnTo>
                    <a:pt x="3114987" y="0"/>
                  </a:lnTo>
                  <a:lnTo>
                    <a:pt x="3114987" y="924653"/>
                  </a:lnTo>
                  <a:lnTo>
                    <a:pt x="0" y="92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256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9750" y="-370976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78114" y="329392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26664" y="2036694"/>
            <a:ext cx="11634673" cy="4715623"/>
            <a:chOff x="0" y="0"/>
            <a:chExt cx="812800" cy="3294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29434"/>
            </a:xfrm>
            <a:custGeom>
              <a:avLst/>
              <a:gdLst/>
              <a:ahLst/>
              <a:cxnLst/>
              <a:rect r="r" b="b" t="t" l="l"/>
              <a:pathLst>
                <a:path h="329434" w="812800">
                  <a:moveTo>
                    <a:pt x="406400" y="0"/>
                  </a:moveTo>
                  <a:cubicBezTo>
                    <a:pt x="181951" y="0"/>
                    <a:pt x="0" y="73746"/>
                    <a:pt x="0" y="164717"/>
                  </a:cubicBezTo>
                  <a:cubicBezTo>
                    <a:pt x="0" y="255688"/>
                    <a:pt x="181951" y="329434"/>
                    <a:pt x="406400" y="329434"/>
                  </a:cubicBezTo>
                  <a:cubicBezTo>
                    <a:pt x="630849" y="329434"/>
                    <a:pt x="812800" y="255688"/>
                    <a:pt x="812800" y="164717"/>
                  </a:cubicBezTo>
                  <a:cubicBezTo>
                    <a:pt x="812800" y="73746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7216"/>
              <a:ext cx="660400" cy="30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94108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3815" y="3764171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OBRIGADO!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28780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03815" y="7623338"/>
            <a:ext cx="11080370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Guilherme Barichello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Vitor Rafael Parisato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Pietro Broleze</a:t>
            </a:r>
          </a:p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Felipe Martins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Noto Serif ExtraCondensed"/>
                <a:ea typeface="Noto Serif ExtraCondensed"/>
                <a:cs typeface="Noto Serif ExtraCondensed"/>
                <a:sym typeface="Noto Serif ExtraCondensed"/>
              </a:rPr>
              <a:t>Bruno Vascon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DAHHs7p54q4</dc:identifier>
  <dcterms:modified xsi:type="dcterms:W3CDTF">2011-08-01T06:04:30Z</dcterms:modified>
  <cp:revision>1</cp:revision>
  <dc:title>Apresentação 100%</dc:title>
</cp:coreProperties>
</file>